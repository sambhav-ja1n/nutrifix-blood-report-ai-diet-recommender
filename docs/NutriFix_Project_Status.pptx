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NutriFix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Project status, verification, cleanup, and next steps · 28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blood-report analysis</a:t>
            </a:r>
            <a:br/>
            <a:r>
              <a:t>with human review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4F0E9"/>
                </a:solidFill>
              </a:defRPr>
            </a:pPr>
            <a:r>
              <a:t>Private GitHub repository</a:t>
            </a:r>
          </a:p>
          <a:p>
            <a:pPr>
              <a:spcAft>
                <a:spcPts val="1200"/>
              </a:spcAft>
              <a:defRPr sz="1600">
                <a:solidFill>
                  <a:srgbClr val="E4F0E9"/>
                </a:solidFill>
              </a:defRPr>
            </a:pPr>
            <a:r>
              <a:t>Versioned baseline and iterative fixes</a:t>
            </a:r>
          </a:p>
          <a:p>
            <a:pPr>
              <a:spcAft>
                <a:spcPts val="1200"/>
              </a:spcAft>
              <a:defRPr sz="1600">
                <a:solidFill>
                  <a:srgbClr val="E4F0E9"/>
                </a:solidFill>
              </a:defRPr>
            </a:pPr>
            <a:r>
              <a:t>Research prototype ·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What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The complete local workflow is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FastAPI extraction and reviewed-analysis endpoints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Selectable PDF text + local Tesseract OCR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Canonical biomarker matching with provenance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React/Vite upload → review → analysis flow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Dark mode and responsive desktop/mobile UI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Optional Gemini nutrition education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Testing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Verification completed before this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44 Python tests passed in 12.977 seconds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Frontend build passed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Frontend lint passed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git diff --check passed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Responsive browser checks: 1440, 1024, 768, and 390 widths</a:t>
            </a:r>
          </a:p>
          <a:p>
            <a:pPr>
              <a:spcAft>
                <a:spcPts val="1200"/>
              </a:spcAft>
              <a:defRPr sz="2000">
                <a:solidFill>
                  <a:srgbClr val="E4F0E9"/>
                </a:solidFill>
              </a:defRPr>
            </a:pPr>
            <a:r>
              <a:t>All tested widths reported zero horizontal overflow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Interface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Synthetic/demo interface capture from the project documentation</a:t>
            </a:r>
          </a:p>
        </p:txBody>
      </p:sp>
      <p:pic>
        <p:nvPicPr>
          <p:cNvPr id="5" name="Picture 4" descr="01-landing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Human review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Values remain unverified until the user checks and confirms them</a:t>
            </a:r>
          </a:p>
        </p:txBody>
      </p:sp>
      <p:pic>
        <p:nvPicPr>
          <p:cNvPr id="5" name="Picture 4" descr="03-extraction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Results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Report-supplied range comparisons and exploratory output</a:t>
            </a:r>
          </a:p>
        </p:txBody>
      </p:sp>
      <p:pic>
        <p:nvPicPr>
          <p:cNvPr id="5" name="Picture 4" descr="04-result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Cleanup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Only confirmed-unused or generated clutter was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Removed unused React and Vite starter SVGs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Removed unused public icon bundle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Removed local api.py.save backup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Removed frontend/dist and Python cache directories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Preserved source code, tests, schemas, screenshots, and research workflows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Secrets, datasets, and generated outputs remain ignored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AI provider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Configuration was checked without exposing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A Gemini key is configured locally in .env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A synthetic request reached Gemini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Gemini returned temporary 503 model-demand availability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This was not a missing-key response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Groq is not currently wired into the application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No API key was committed or included in this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4F0E9"/>
                </a:solidFill>
              </a:defRPr>
            </a:pPr>
            <a:r>
              <a:t>Known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B5AA"/>
                </a:solidFill>
              </a:defRPr>
            </a:pPr>
            <a:r>
              <a:t>The project is ready for continued controlled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OCR and extracted values require human confirmation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Anomaly scores are exploratory, not diagnoses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Nutrition output is general education, not treatment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No clinical validation has been completed</a:t>
            </a:r>
          </a:p>
          <a:p>
            <a:pPr>
              <a:spcAft>
                <a:spcPts val="1200"/>
              </a:spcAft>
              <a:defRPr sz="1900">
                <a:solidFill>
                  <a:srgbClr val="E4F0E9"/>
                </a:solidFill>
              </a:defRPr>
            </a:pPr>
            <a:r>
              <a:t>Next: improve report coverage, evaluate OCR on a representative corpus, and review provider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